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8288000" cy="10287000"/>
  <p:notesSz cx="6858000" cy="9144000"/>
  <p:embeddedFontLst>
    <p:embeddedFont>
      <p:font typeface="Agrandir" charset="1" panose="00000500000000000000"/>
      <p:regular r:id="rId8"/>
    </p:embeddedFont>
    <p:embeddedFont>
      <p:font typeface="Agrandir Bold" charset="1" panose="0000080000000000000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61667" y="-259688"/>
            <a:ext cx="19021179" cy="10699413"/>
          </a:xfrm>
          <a:custGeom>
            <a:avLst/>
            <a:gdLst/>
            <a:ahLst/>
            <a:cxnLst/>
            <a:rect r="r" b="b" t="t" l="l"/>
            <a:pathLst>
              <a:path h="10699413" w="19021179">
                <a:moveTo>
                  <a:pt x="0" y="0"/>
                </a:moveTo>
                <a:lnTo>
                  <a:pt x="19021179" y="0"/>
                </a:lnTo>
                <a:lnTo>
                  <a:pt x="19021179" y="10699413"/>
                </a:lnTo>
                <a:lnTo>
                  <a:pt x="0" y="106994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3222606" y="-4071290"/>
            <a:ext cx="12114300" cy="18559512"/>
          </a:xfrm>
          <a:custGeom>
            <a:avLst/>
            <a:gdLst/>
            <a:ahLst/>
            <a:cxnLst/>
            <a:rect r="r" b="b" t="t" l="l"/>
            <a:pathLst>
              <a:path h="18559512" w="12114300">
                <a:moveTo>
                  <a:pt x="0" y="18559512"/>
                </a:moveTo>
                <a:lnTo>
                  <a:pt x="12114300" y="18559512"/>
                </a:lnTo>
                <a:lnTo>
                  <a:pt x="12114300" y="0"/>
                </a:lnTo>
                <a:lnTo>
                  <a:pt x="0" y="0"/>
                </a:lnTo>
                <a:lnTo>
                  <a:pt x="0" y="185595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8454609"/>
            <a:ext cx="5554724" cy="2353183"/>
          </a:xfrm>
          <a:custGeom>
            <a:avLst/>
            <a:gdLst/>
            <a:ahLst/>
            <a:cxnLst/>
            <a:rect r="r" b="b" t="t" l="l"/>
            <a:pathLst>
              <a:path h="2353183" w="5554724">
                <a:moveTo>
                  <a:pt x="0" y="0"/>
                </a:moveTo>
                <a:lnTo>
                  <a:pt x="5554724" y="0"/>
                </a:lnTo>
                <a:lnTo>
                  <a:pt x="5554724" y="2353183"/>
                </a:lnTo>
                <a:lnTo>
                  <a:pt x="0" y="23531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2733276" y="0"/>
            <a:ext cx="5554724" cy="2353183"/>
          </a:xfrm>
          <a:custGeom>
            <a:avLst/>
            <a:gdLst/>
            <a:ahLst/>
            <a:cxnLst/>
            <a:rect r="r" b="b" t="t" l="l"/>
            <a:pathLst>
              <a:path h="2353183" w="5554724">
                <a:moveTo>
                  <a:pt x="0" y="0"/>
                </a:moveTo>
                <a:lnTo>
                  <a:pt x="5554724" y="0"/>
                </a:lnTo>
                <a:lnTo>
                  <a:pt x="5554724" y="2353183"/>
                </a:lnTo>
                <a:lnTo>
                  <a:pt x="0" y="23531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452942" y="457798"/>
            <a:ext cx="1895385" cy="1895385"/>
          </a:xfrm>
          <a:custGeom>
            <a:avLst/>
            <a:gdLst/>
            <a:ahLst/>
            <a:cxnLst/>
            <a:rect r="r" b="b" t="t" l="l"/>
            <a:pathLst>
              <a:path h="1895385" w="1895385">
                <a:moveTo>
                  <a:pt x="1895385" y="0"/>
                </a:moveTo>
                <a:lnTo>
                  <a:pt x="0" y="0"/>
                </a:lnTo>
                <a:lnTo>
                  <a:pt x="0" y="1895385"/>
                </a:lnTo>
                <a:lnTo>
                  <a:pt x="1895385" y="1895385"/>
                </a:lnTo>
                <a:lnTo>
                  <a:pt x="1895385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189254" y="4644645"/>
            <a:ext cx="9070046" cy="4739099"/>
          </a:xfrm>
          <a:custGeom>
            <a:avLst/>
            <a:gdLst/>
            <a:ahLst/>
            <a:cxnLst/>
            <a:rect r="r" b="b" t="t" l="l"/>
            <a:pathLst>
              <a:path h="4739099" w="9070046">
                <a:moveTo>
                  <a:pt x="0" y="0"/>
                </a:moveTo>
                <a:lnTo>
                  <a:pt x="9070046" y="0"/>
                </a:lnTo>
                <a:lnTo>
                  <a:pt x="9070046" y="4739099"/>
                </a:lnTo>
                <a:lnTo>
                  <a:pt x="0" y="473909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554355" y="952500"/>
            <a:ext cx="10989134" cy="83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50"/>
              </a:lnSpc>
            </a:pPr>
            <a:r>
              <a:rPr lang="en-US" sz="50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CyberSecurity Project (Group-3)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723441" y="2085595"/>
            <a:ext cx="8650962" cy="218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50"/>
              </a:lnSpc>
            </a:pPr>
            <a:r>
              <a:rPr lang="en-US" sz="50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DHCP Starvation and</a:t>
            </a:r>
          </a:p>
          <a:p>
            <a:pPr algn="ctr">
              <a:lnSpc>
                <a:spcPts val="5350"/>
              </a:lnSpc>
            </a:pPr>
          </a:p>
          <a:p>
            <a:pPr algn="ctr">
              <a:lnSpc>
                <a:spcPts val="535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Rogue DHCP Server Attack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48327" y="4907629"/>
            <a:ext cx="4013359" cy="447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9"/>
              </a:lnSpc>
            </a:pPr>
            <a:r>
              <a:rPr lang="en-US" sz="39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Team Members -</a:t>
            </a:r>
          </a:p>
          <a:p>
            <a:pPr algn="l">
              <a:lnSpc>
                <a:spcPts val="4279"/>
              </a:lnSpc>
            </a:pPr>
          </a:p>
          <a:p>
            <a:pPr algn="l">
              <a:lnSpc>
                <a:spcPts val="4279"/>
              </a:lnSpc>
            </a:pPr>
            <a:r>
              <a:rPr lang="en-US" sz="39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Om Sharma</a:t>
            </a:r>
          </a:p>
          <a:p>
            <a:pPr algn="l">
              <a:lnSpc>
                <a:spcPts val="4279"/>
              </a:lnSpc>
            </a:pPr>
            <a:r>
              <a:rPr lang="en-US" sz="39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Mayank Dahiya</a:t>
            </a:r>
          </a:p>
          <a:p>
            <a:pPr algn="l">
              <a:lnSpc>
                <a:spcPts val="4279"/>
              </a:lnSpc>
            </a:pPr>
            <a:r>
              <a:rPr lang="en-US" sz="39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Anmol Yadav</a:t>
            </a:r>
          </a:p>
          <a:p>
            <a:pPr algn="l">
              <a:lnSpc>
                <a:spcPts val="4279"/>
              </a:lnSpc>
            </a:pPr>
            <a:r>
              <a:rPr lang="en-US" sz="39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Meet Tilala</a:t>
            </a:r>
          </a:p>
          <a:p>
            <a:pPr algn="l">
              <a:lnSpc>
                <a:spcPts val="4279"/>
              </a:lnSpc>
            </a:pPr>
            <a:r>
              <a:rPr lang="en-US" sz="39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Rudra Gupta</a:t>
            </a:r>
          </a:p>
          <a:p>
            <a:pPr algn="l">
              <a:lnSpc>
                <a:spcPts val="42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87" t="0" r="-1487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DAHGKA4uXJ4</dc:identifier>
  <dcterms:modified xsi:type="dcterms:W3CDTF">2011-08-01T06:04:30Z</dcterms:modified>
  <cp:revision>1</cp:revision>
  <dc:title>CyberSecurity Project</dc:title>
</cp:coreProperties>
</file>